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1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70" r:id="rId12"/>
    <p:sldId id="269" r:id="rId13"/>
    <p:sldId id="271" r:id="rId14"/>
    <p:sldId id="272" r:id="rId15"/>
  </p:sldIdLst>
  <p:sldSz cx="12192000" cy="6858000"/>
  <p:notesSz cx="6858000" cy="9144000"/>
  <p:defaultTextStyle>
    <a:defPPr>
      <a:defRPr lang="x-non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000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-432" y="-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6F22540-4AF1-458F-89F9-FE83B72DE9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277C5F43-5717-41A3-A596-BEA0C6E562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481AA4DF-C00F-4C5E-B492-2E0BFF056A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0501A-E27E-4A2C-ACFF-45BF653259A7}" type="datetimeFigureOut">
              <a:rPr lang="x-none" smtClean="0"/>
              <a:pPr/>
              <a:t>15-12-2025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ADD21CE0-1824-4303-8E3D-43BF729642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12AE9CDE-82BF-4080-9D7D-916E9D824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0943BB-CE30-4C62-94E7-8E0723B71BE2}" type="slidenum">
              <a:rPr lang="x-none" smtClean="0"/>
              <a:pPr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xmlns="" val="39155544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AB47E54-E4FD-4606-9156-AE2ED30E55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53A6FE5-68FF-47F1-B00F-7530F9E748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C991A493-5E81-4B2E-82DC-E3B8B49E74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0501A-E27E-4A2C-ACFF-45BF653259A7}" type="datetimeFigureOut">
              <a:rPr lang="x-none" smtClean="0"/>
              <a:pPr/>
              <a:t>15-12-2025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D15778D-F356-4CFB-A2F8-8689600740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6622EF8B-CB68-4BB2-9FF9-F24229168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0943BB-CE30-4C62-94E7-8E0723B71BE2}" type="slidenum">
              <a:rPr lang="x-none" smtClean="0"/>
              <a:pPr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xmlns="" val="13188792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6C784EF-9A6F-4B75-AC4A-74A38E3328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509193FF-E795-447E-94D0-F75DCD03AB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1CA1636D-F769-4E77-838D-A993DE950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0501A-E27E-4A2C-ACFF-45BF653259A7}" type="datetimeFigureOut">
              <a:rPr lang="x-none" smtClean="0"/>
              <a:pPr/>
              <a:t>15-12-2025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1C904177-E1A5-4158-9140-140555B47C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06911658-3262-42BD-9CBE-537F85B74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0943BB-CE30-4C62-94E7-8E0723B71BE2}" type="slidenum">
              <a:rPr lang="x-none" smtClean="0"/>
              <a:pPr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xmlns="" val="27658010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1694B5B-ED83-4B55-9403-FD0F4D02B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1518FDE-85A7-4262-B95D-DF73CB7013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4A6AEE4D-AC5B-47E9-BEEB-CB5D084E6E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DEC178F4-4547-4198-B887-77EF5FF86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0501A-E27E-4A2C-ACFF-45BF653259A7}" type="datetimeFigureOut">
              <a:rPr lang="x-none" smtClean="0"/>
              <a:pPr/>
              <a:t>15-12-2025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2D743F22-9952-4053-99CB-EC9CB3711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255085AE-5E2D-439A-A138-68CC08E61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0943BB-CE30-4C62-94E7-8E0723B71BE2}" type="slidenum">
              <a:rPr lang="x-none" smtClean="0"/>
              <a:pPr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xmlns="" val="16319993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A758372-9D50-4E01-8B2E-59DC51826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538190D3-4E03-4992-A9ED-798B52CCEB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D38D7950-898E-4600-A65D-4D4F2D4551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C1CCA78B-AAF7-4168-8CD1-C8F6896D24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3E12B5DC-8615-425B-8D32-7C38DC0751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9018AD23-1CF0-4E9E-B949-D9FDDD051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0501A-E27E-4A2C-ACFF-45BF653259A7}" type="datetimeFigureOut">
              <a:rPr lang="x-none" smtClean="0"/>
              <a:pPr/>
              <a:t>15-12-2025</a:t>
            </a:fld>
            <a:endParaRPr lang="x-non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2C9D3589-6189-4E55-A464-4AE7E0B5D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E21AFE8B-60CB-487E-9CDC-33171EB20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0943BB-CE30-4C62-94E7-8E0723B71BE2}" type="slidenum">
              <a:rPr lang="x-none" smtClean="0"/>
              <a:pPr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xmlns="" val="5146035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7C484D8-8A5A-4461-A1C7-5D29DFA28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3B3C3ACD-BC80-41ED-9D31-FF8CDC48CF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0501A-E27E-4A2C-ACFF-45BF653259A7}" type="datetimeFigureOut">
              <a:rPr lang="x-none" smtClean="0"/>
              <a:pPr/>
              <a:t>15-12-2025</a:t>
            </a:fld>
            <a:endParaRPr lang="x-non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C72EFF04-CEC2-4342-9282-B1D11C3B5A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56305704-12E3-4DF8-A5A8-061388873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0943BB-CE30-4C62-94E7-8E0723B71BE2}" type="slidenum">
              <a:rPr lang="x-none" smtClean="0"/>
              <a:pPr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xmlns="" val="4210384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9F4FE21A-D72A-4C3D-88AD-65F51ADBF3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0501A-E27E-4A2C-ACFF-45BF653259A7}" type="datetimeFigureOut">
              <a:rPr lang="x-none" smtClean="0"/>
              <a:pPr/>
              <a:t>15-12-2025</a:t>
            </a:fld>
            <a:endParaRPr lang="x-non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BE48C0A0-0072-4153-9F1B-6EB4B8CA1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31AA859D-EB61-4736-B408-29F719301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0943BB-CE30-4C62-94E7-8E0723B71BE2}" type="slidenum">
              <a:rPr lang="x-none" smtClean="0"/>
              <a:pPr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xmlns="" val="25363622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A1F4EBD-A4FE-443D-9574-7F730FBD5B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9D22A16-ABEC-46CA-B3F9-5E698499C8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F3C92509-1BB3-47B9-8EEB-996DBFC76B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07D764A1-9E57-4C2A-8B03-779780E4E7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0501A-E27E-4A2C-ACFF-45BF653259A7}" type="datetimeFigureOut">
              <a:rPr lang="x-none" smtClean="0"/>
              <a:pPr/>
              <a:t>15-12-2025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271F382E-611D-4A99-842D-41DA87882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BDC65B9E-943C-4ADB-A9B0-71BFE1420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0943BB-CE30-4C62-94E7-8E0723B71BE2}" type="slidenum">
              <a:rPr lang="x-none" smtClean="0"/>
              <a:pPr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xmlns="" val="24243396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D2205F8-5F51-44A9-B412-B124C1BA33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85B53287-1521-406D-A502-0F654ED159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x-non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34A9CE3E-D5F0-45D8-A197-E379AC3C19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5DB10F7A-D3A2-425A-B9C0-887AC2017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0501A-E27E-4A2C-ACFF-45BF653259A7}" type="datetimeFigureOut">
              <a:rPr lang="x-none" smtClean="0"/>
              <a:pPr/>
              <a:t>15-12-2025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2751479B-B406-4A1A-8818-E8C16B9717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434614CF-DF91-4FFF-B0CA-9C81FA073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0943BB-CE30-4C62-94E7-8E0723B71BE2}" type="slidenum">
              <a:rPr lang="x-none" smtClean="0"/>
              <a:pPr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xmlns="" val="14843696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CF4BFCB-B956-4A19-A151-2D76BEE27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BC73BB43-CA87-43B5-889F-3E7CCFAC0C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1FBFECF6-45F0-4536-87C9-0A01D1ADCE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0501A-E27E-4A2C-ACFF-45BF653259A7}" type="datetimeFigureOut">
              <a:rPr lang="x-none" smtClean="0"/>
              <a:pPr/>
              <a:t>15-12-2025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F436696A-A52F-4557-B79A-11D5E3731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086EEA87-0BA6-400E-A6B7-48E275A76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0943BB-CE30-4C62-94E7-8E0723B71BE2}" type="slidenum">
              <a:rPr lang="x-none" smtClean="0"/>
              <a:pPr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xmlns="" val="15679952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4D82D0BA-DDAC-446F-AFFF-5ACABAC706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51F381E5-7A62-4FEA-BA5E-2C585D9D22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B956EE9D-F5D1-432D-B83F-1C9722D95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0501A-E27E-4A2C-ACFF-45BF653259A7}" type="datetimeFigureOut">
              <a:rPr lang="x-none" smtClean="0"/>
              <a:pPr/>
              <a:t>15-12-2025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D5880BD8-9102-4E86-A1FE-2AF58951B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46997C2C-05C5-4B3B-AFA1-F533A0F9C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0943BB-CE30-4C62-94E7-8E0723B71BE2}" type="slidenum">
              <a:rPr lang="x-none" smtClean="0"/>
              <a:pPr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xmlns="" val="7139880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BAF50BDD-89AB-45E7-AD9E-E360837D38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5659FD59-37F9-41F1-8F63-F3656A29D7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43C073F5-35FC-4F4F-90A0-70CC6784F3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B0501A-E27E-4A2C-ACFF-45BF653259A7}" type="datetimeFigureOut">
              <a:rPr lang="x-none" smtClean="0"/>
              <a:pPr/>
              <a:t>15-12-2025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96A26ACE-2D80-49EB-B000-357A81A6D7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F893509-7744-4DB2-8320-42E15677DC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0943BB-CE30-4C62-94E7-8E0723B71BE2}" type="slidenum">
              <a:rPr lang="x-none" smtClean="0"/>
              <a:pPr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xmlns="" val="31389543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7" r:id="rId6"/>
    <p:sldLayoutId id="2147483738" r:id="rId7"/>
    <p:sldLayoutId id="2147483739" r:id="rId8"/>
    <p:sldLayoutId id="2147483740" r:id="rId9"/>
    <p:sldLayoutId id="2147483741" r:id="rId10"/>
    <p:sldLayoutId id="214748374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x-non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app.powerbi.com/groups/me/reports/d8402b67-e3c3-4ddd-8e8f-8157f1fc74bf/0ac66146eda662c25a4e?experience=power-bi" TargetMode="Externa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9370A531-B1D1-4421-9402-0DBB63E9B5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3541842" y="429108"/>
            <a:ext cx="4839375" cy="1105054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CE14A6E8-ABAE-4375-94AC-89C2A9170D38}"/>
              </a:ext>
            </a:extLst>
          </p:cNvPr>
          <p:cNvSpPr/>
          <p:nvPr/>
        </p:nvSpPr>
        <p:spPr>
          <a:xfrm>
            <a:off x="4585447" y="1980310"/>
            <a:ext cx="337521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C00000"/>
                </a:solidFill>
              </a:rPr>
              <a:t>PROJECT ON</a:t>
            </a:r>
            <a:endParaRPr lang="x-none" sz="2800" b="1" dirty="0">
              <a:solidFill>
                <a:srgbClr val="C00000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CB0B5230-D4B8-487F-B365-938EA8DF1EB5}"/>
              </a:ext>
            </a:extLst>
          </p:cNvPr>
          <p:cNvSpPr/>
          <p:nvPr/>
        </p:nvSpPr>
        <p:spPr>
          <a:xfrm>
            <a:off x="2554943" y="2814028"/>
            <a:ext cx="726745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Movie  Sales  Analysis</a:t>
            </a:r>
            <a:endParaRPr lang="x-none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6B4C5F86-64E8-46AF-868C-82F59618CDEE}"/>
              </a:ext>
            </a:extLst>
          </p:cNvPr>
          <p:cNvSpPr/>
          <p:nvPr/>
        </p:nvSpPr>
        <p:spPr>
          <a:xfrm>
            <a:off x="7011541" y="5609794"/>
            <a:ext cx="3886199" cy="461665"/>
          </a:xfrm>
          <a:prstGeom prst="rect">
            <a:avLst/>
          </a:prstGeom>
        </p:spPr>
        <p:txBody>
          <a:bodyPr wrap="square" anchor="b">
            <a:spAutoFit/>
          </a:bodyPr>
          <a:lstStyle/>
          <a:p>
            <a:pPr algn="ctr"/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Shinde Pranali Vishnu</a:t>
            </a:r>
            <a:endParaRPr lang="x-none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4637607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81932185-C06F-40AA-9288-9B0B4B9C7D23}"/>
              </a:ext>
            </a:extLst>
          </p:cNvPr>
          <p:cNvSpPr/>
          <p:nvPr/>
        </p:nvSpPr>
        <p:spPr>
          <a:xfrm>
            <a:off x="4679576" y="420452"/>
            <a:ext cx="301317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  <a:r>
              <a:rPr lang="en-US" b="1" dirty="0">
                <a:solidFill>
                  <a:srgbClr val="C00000"/>
                </a:solidFill>
              </a:rPr>
              <a:t> </a:t>
            </a:r>
            <a:endParaRPr lang="x-none" b="1" dirty="0">
              <a:solidFill>
                <a:srgbClr val="C00000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F85D6852-6821-48E9-A269-4F900CD40E44}"/>
              </a:ext>
            </a:extLst>
          </p:cNvPr>
          <p:cNvSpPr/>
          <p:nvPr/>
        </p:nvSpPr>
        <p:spPr>
          <a:xfrm>
            <a:off x="5046384" y="1818946"/>
            <a:ext cx="7508686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1.OBJECTIVE</a:t>
            </a: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2.KEY VISUALS</a:t>
            </a: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3.FINAL  DASHBOARD</a:t>
            </a: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4.OVERALL  INSIGHTS</a:t>
            </a: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5.PROJECT  LINK</a:t>
            </a: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6.CONCLUSION</a:t>
            </a:r>
          </a:p>
        </p:txBody>
      </p:sp>
    </p:spTree>
    <p:extLst>
      <p:ext uri="{BB962C8B-B14F-4D97-AF65-F5344CB8AC3E}">
        <p14:creationId xmlns:p14="http://schemas.microsoft.com/office/powerpoint/2010/main" xmlns="" val="22110202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33E1A20D-6791-4724-8C1C-96029D3AEBD4}"/>
              </a:ext>
            </a:extLst>
          </p:cNvPr>
          <p:cNvSpPr/>
          <p:nvPr/>
        </p:nvSpPr>
        <p:spPr>
          <a:xfrm>
            <a:off x="4670998" y="405884"/>
            <a:ext cx="316625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r>
              <a:rPr lang="en-US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x-none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997D29F6-8AA8-495A-B9CB-9C5CA630A725}"/>
              </a:ext>
            </a:extLst>
          </p:cNvPr>
          <p:cNvSpPr/>
          <p:nvPr/>
        </p:nvSpPr>
        <p:spPr>
          <a:xfrm>
            <a:off x="1406338" y="2219477"/>
            <a:ext cx="992505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objective of this project is to analyze movie sales data using Power BI.</a:t>
            </a:r>
            <a:b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aims to track revenue, ratings, and audience trends across different years and genres.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dashboard helps identify top-performing movies and key business patterns for decision-making</a:t>
            </a:r>
            <a:r>
              <a:rPr lang="en-US" sz="2400" b="1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xmlns="" val="41508869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0D085B21-D947-4A69-8754-D555423996E9}"/>
              </a:ext>
            </a:extLst>
          </p:cNvPr>
          <p:cNvSpPr/>
          <p:nvPr/>
        </p:nvSpPr>
        <p:spPr>
          <a:xfrm>
            <a:off x="4222378" y="256846"/>
            <a:ext cx="362479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  VISUALS</a:t>
            </a:r>
            <a:endParaRPr lang="x-none" sz="36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55DBD7FB-AE3F-4B53-B60A-DDA052C32861}"/>
              </a:ext>
            </a:extLst>
          </p:cNvPr>
          <p:cNvSpPr/>
          <p:nvPr/>
        </p:nvSpPr>
        <p:spPr>
          <a:xfrm>
            <a:off x="4953000" y="1909713"/>
            <a:ext cx="7029450" cy="39087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x-none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Heights Earning movie made around 936 Million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includes 1000 movies that were rated.</a:t>
            </a:r>
          </a:p>
          <a:p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Movies together receive 170 million votes (from Viewers  and Users)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critic score (Metascore) is about 5 out of 100</a:t>
            </a:r>
          </a:p>
          <a:p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1000 unique actor across all Movies</a:t>
            </a:r>
            <a:endParaRPr lang="x-none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6965D6E8-7C51-498A-8E84-534F2226B7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61366" y="2017060"/>
            <a:ext cx="4733364" cy="3617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1234019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91E3EA31-A25D-4CD7-9E08-20C1C166FB1F}"/>
              </a:ext>
            </a:extLst>
          </p:cNvPr>
          <p:cNvSpPr/>
          <p:nvPr/>
        </p:nvSpPr>
        <p:spPr>
          <a:xfrm>
            <a:off x="5921188" y="2902341"/>
            <a:ext cx="6096000" cy="1107996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J. J. Abrams and David Yates are the top-grossing directors on this list, both generating a sum of revenue close to $2(Millions).</a:t>
            </a:r>
            <a:endParaRPr lang="x-none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971DB507-3AC0-40F4-A7BC-E432FDA680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363071" y="1694329"/>
            <a:ext cx="5432611" cy="3899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2671659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27E50DC3-4DC7-43F2-94ED-A6C85623929D}"/>
              </a:ext>
            </a:extLst>
          </p:cNvPr>
          <p:cNvSpPr/>
          <p:nvPr/>
        </p:nvSpPr>
        <p:spPr>
          <a:xfrm>
            <a:off x="5905500" y="2510135"/>
            <a:ext cx="6096000" cy="1785104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Movies with ratings between 5–9 tend to have higher revenues.</a:t>
            </a:r>
          </a:p>
          <a:p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Movies with higher ratings generally earn higher revenue.</a:t>
            </a:r>
            <a:endParaRPr lang="x-none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276CD2FC-9F30-4A89-828B-6822972E41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564776" y="1855695"/>
            <a:ext cx="5123330" cy="3576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696962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D1D0C08D-2413-4B30-8377-7900D7DDD2C9}"/>
              </a:ext>
            </a:extLst>
          </p:cNvPr>
          <p:cNvSpPr/>
          <p:nvPr/>
        </p:nvSpPr>
        <p:spPr>
          <a:xfrm>
            <a:off x="5611906" y="2991535"/>
            <a:ext cx="6096000" cy="1446550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Genres like Animation, Biography, Drama  have higher ratings.</a:t>
            </a:r>
          </a:p>
          <a:p>
            <a:endParaRPr lang="en-US" sz="2200" b="1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 Viewers prefer story-driven or exciting films.</a:t>
            </a:r>
            <a:endParaRPr lang="x-none" sz="22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D20C9FAE-726E-4F6B-846D-6A5FD214F5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376518" y="1775011"/>
            <a:ext cx="5123330" cy="3818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5538119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9D4A207E-2C78-465C-8EAD-31EF05241999}"/>
              </a:ext>
            </a:extLst>
          </p:cNvPr>
          <p:cNvSpPr/>
          <p:nvPr/>
        </p:nvSpPr>
        <p:spPr>
          <a:xfrm>
            <a:off x="5856194" y="2274359"/>
            <a:ext cx="6096000" cy="2800767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x-none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Shows number of movies released increase from 2006 to 2016.</a:t>
            </a: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x-none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Their is Big increase in movie Production after 2015.</a:t>
            </a: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x-none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297 movie Released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2016</a:t>
            </a:r>
            <a:r>
              <a:rPr lang="x-none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x-none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12AA6657-EC93-4696-8E52-C830A3E969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95836" y="1734671"/>
            <a:ext cx="5472952" cy="3738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40254540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4C4A4D9E-3F1E-4A72-B029-3C36F747EFEA}"/>
              </a:ext>
            </a:extLst>
          </p:cNvPr>
          <p:cNvSpPr/>
          <p:nvPr/>
        </p:nvSpPr>
        <p:spPr>
          <a:xfrm>
            <a:off x="5829300" y="2575128"/>
            <a:ext cx="6096000" cy="1785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Animation,</a:t>
            </a:r>
            <a:r>
              <a:rPr lang="x-none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Action, Adventure movies earn higher revenue.</a:t>
            </a: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x-none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Comedy, Drama movies have good votes but slightly lower revenue.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3C78CC56-D590-481F-B176-9EB338053C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55494" y="1519518"/>
            <a:ext cx="5486400" cy="4155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9532111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F8929D8C-1973-4E61-85C5-EC9B81E06A9A}"/>
              </a:ext>
            </a:extLst>
          </p:cNvPr>
          <p:cNvSpPr/>
          <p:nvPr/>
        </p:nvSpPr>
        <p:spPr>
          <a:xfrm>
            <a:off x="5825939" y="2920271"/>
            <a:ext cx="6096000" cy="769441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Revenue gradually increased from 2006 to 2015, with a big jump at the end.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70A00BB3-80B7-4E39-ABCB-0C1CEC7319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322729" y="1869141"/>
            <a:ext cx="5486400" cy="3751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2252674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543D192A-E861-4248-9C0D-EEF2E61A039B}"/>
              </a:ext>
            </a:extLst>
          </p:cNvPr>
          <p:cNvSpPr/>
          <p:nvPr/>
        </p:nvSpPr>
        <p:spPr>
          <a:xfrm>
            <a:off x="3586695" y="662499"/>
            <a:ext cx="454483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36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DASHBOARD  LINK</a:t>
            </a:r>
            <a:endParaRPr lang="x-none" sz="36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52176C34-D84C-4CA3-AE21-427A3B6F2BAC}"/>
              </a:ext>
            </a:extLst>
          </p:cNvPr>
          <p:cNvSpPr/>
          <p:nvPr/>
        </p:nvSpPr>
        <p:spPr>
          <a:xfrm>
            <a:off x="3213847" y="3244334"/>
            <a:ext cx="244736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Click here:-</a:t>
            </a:r>
            <a:endParaRPr lang="x-none" sz="28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F5FB638A-9111-4141-BF6A-81DC3ECFBE58}"/>
              </a:ext>
            </a:extLst>
          </p:cNvPr>
          <p:cNvSpPr/>
          <p:nvPr/>
        </p:nvSpPr>
        <p:spPr>
          <a:xfrm>
            <a:off x="5210414" y="3325016"/>
            <a:ext cx="36392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hlinkClick r:id="rId2"/>
              </a:rPr>
              <a:t>Page 5 - </a:t>
            </a:r>
            <a:r>
              <a:rPr lang="en-US" dirty="0" err="1">
                <a:hlinkClick r:id="rId2"/>
              </a:rPr>
              <a:t>IMDB_Dashboard</a:t>
            </a:r>
            <a:r>
              <a:rPr lang="en-US" dirty="0">
                <a:hlinkClick r:id="rId2"/>
              </a:rPr>
              <a:t> - Power BI</a:t>
            </a:r>
            <a:endParaRPr lang="x-none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4493697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D97D8DA7-AC3B-4C64-ABAC-633355EAF302}"/>
              </a:ext>
            </a:extLst>
          </p:cNvPr>
          <p:cNvSpPr/>
          <p:nvPr/>
        </p:nvSpPr>
        <p:spPr>
          <a:xfrm>
            <a:off x="3226831" y="312876"/>
            <a:ext cx="490409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OVERALL  INSIGHTS</a:t>
            </a:r>
            <a:endParaRPr lang="x-none" sz="36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5F7549F1-DE1D-40F5-8F06-2C5CEFD18FB8}"/>
              </a:ext>
            </a:extLst>
          </p:cNvPr>
          <p:cNvSpPr/>
          <p:nvPr/>
        </p:nvSpPr>
        <p:spPr>
          <a:xfrm>
            <a:off x="874059" y="1220578"/>
            <a:ext cx="10663518" cy="45502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x-none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movie industry has grown rapidly after 2015.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x-none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Rating are stable (Around 7/10)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x-none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Action and Adventure movies bring the heights revenue. 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x-none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J. J. Abrams and David Yates </a:t>
            </a:r>
            <a:r>
              <a:rPr lang="x-none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leads in total revenue among Directors. 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x-none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Drama and Comedy genres attract more audience voting and rating.</a:t>
            </a:r>
          </a:p>
        </p:txBody>
      </p:sp>
    </p:spTree>
    <p:extLst>
      <p:ext uri="{BB962C8B-B14F-4D97-AF65-F5344CB8AC3E}">
        <p14:creationId xmlns:p14="http://schemas.microsoft.com/office/powerpoint/2010/main" xmlns="" val="103804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A2D9964D-A5EC-4D06-9457-34A5BCA93412}"/>
              </a:ext>
            </a:extLst>
          </p:cNvPr>
          <p:cNvSpPr/>
          <p:nvPr/>
        </p:nvSpPr>
        <p:spPr>
          <a:xfrm>
            <a:off x="4259047" y="568370"/>
            <a:ext cx="331372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36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x-none" sz="36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080A195C-8C4E-4888-850F-796F224222B2}"/>
              </a:ext>
            </a:extLst>
          </p:cNvPr>
          <p:cNvSpPr/>
          <p:nvPr/>
        </p:nvSpPr>
        <p:spPr>
          <a:xfrm>
            <a:off x="1196788" y="2624462"/>
            <a:ext cx="9991164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dashboard shows top movies, yearly trends, and helps understand audience choices.</a:t>
            </a: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gives clear insights for better movie business planning and decisions.</a:t>
            </a:r>
          </a:p>
        </p:txBody>
      </p:sp>
    </p:spTree>
    <p:extLst>
      <p:ext uri="{BB962C8B-B14F-4D97-AF65-F5344CB8AC3E}">
        <p14:creationId xmlns:p14="http://schemas.microsoft.com/office/powerpoint/2010/main" xmlns="" val="5670260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xmlns="" id="{6F243434-F8EA-4F6D-A0B7-9C15930839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575611" y="2084294"/>
            <a:ext cx="4558553" cy="30659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E2B59878-AA87-44CF-9BFF-800F4E69F8AA}"/>
              </a:ext>
            </a:extLst>
          </p:cNvPr>
          <p:cNvSpPr/>
          <p:nvPr/>
        </p:nvSpPr>
        <p:spPr>
          <a:xfrm>
            <a:off x="927846" y="2335323"/>
            <a:ext cx="4289612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7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xmlns="" val="22018300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467</TotalTime>
  <Words>319</Words>
  <Application>Microsoft Office PowerPoint</Application>
  <PresentationFormat>Custom</PresentationFormat>
  <Paragraphs>58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HP</cp:lastModifiedBy>
  <cp:revision>65</cp:revision>
  <dcterms:created xsi:type="dcterms:W3CDTF">2025-10-12T11:41:42Z</dcterms:created>
  <dcterms:modified xsi:type="dcterms:W3CDTF">2025-12-15T07:51:02Z</dcterms:modified>
</cp:coreProperties>
</file>